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17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21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22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25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laude\網站資料\fde-website\downloads\pptx-temp-huapin\p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02" y="0"/>
            <a:ext cx="484909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26 / 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619695" y="6492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潤樋科技 · runtong.tw@gmail.com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環保清運公司案例 — 潤樋科技 FDE</dc:title>
  <dc:subject>PptxGenJS Presentation</dc:subject>
  <dc:creator>潤樋科技</dc:creator>
  <cp:lastModifiedBy>潤樋科技</cp:lastModifiedBy>
  <cp:revision>1</cp:revision>
  <dcterms:created xsi:type="dcterms:W3CDTF">2026-06-01T14:19:04Z</dcterms:created>
  <dcterms:modified xsi:type="dcterms:W3CDTF">2026-06-01T14:19:04Z</dcterms:modified>
</cp:coreProperties>
</file>