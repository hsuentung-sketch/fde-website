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</p:sldIdLst>
  <p:notesMasterIdLst>
    <p:notesMasterId r:id="rId28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notesMaster" Target="notesMasters/notesMaster1.xml"/><Relationship Id="rId29" Type="http://schemas.openxmlformats.org/officeDocument/2006/relationships/presProps" Target="presProps.xml"/><Relationship Id="rId30" Type="http://schemas.openxmlformats.org/officeDocument/2006/relationships/viewProps" Target="viewProps.xml"/><Relationship Id="rId31" Type="http://schemas.openxmlformats.org/officeDocument/2006/relationships/theme" Target="theme/theme1.xml"/><Relationship Id="rId32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0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A1A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D:\Claude\網站資料\fde-website\downloads\pptx-temp-huapin\p01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3671302" y="0"/>
            <a:ext cx="4849091" cy="685800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274320" y="6492240"/>
            <a:ext cx="1371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1 / 26</a:t>
            </a:r>
            <a:endParaRPr lang="en-US" sz="900" dirty="0"/>
          </a:p>
        </p:txBody>
      </p:sp>
      <p:sp>
        <p:nvSpPr>
          <p:cNvPr id="4" name="Text 1"/>
          <p:cNvSpPr/>
          <p:nvPr/>
        </p:nvSpPr>
        <p:spPr>
          <a:xfrm>
            <a:off x="7619695" y="6492240"/>
            <a:ext cx="42976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潤樋科技 · runtong.tw@gmail.com</a:t>
            </a:r>
            <a:endParaRPr lang="en-US" sz="9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1A1A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D:\Claude\網站資料\fde-website\downloads\pptx-temp-huapin\p02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3671302" y="0"/>
            <a:ext cx="4849091" cy="685800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274320" y="6492240"/>
            <a:ext cx="1371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2 / 26</a:t>
            </a:r>
            <a:endParaRPr lang="en-US" sz="900" dirty="0"/>
          </a:p>
        </p:txBody>
      </p:sp>
      <p:sp>
        <p:nvSpPr>
          <p:cNvPr id="4" name="Text 1"/>
          <p:cNvSpPr/>
          <p:nvPr/>
        </p:nvSpPr>
        <p:spPr>
          <a:xfrm>
            <a:off x="7619695" y="6492240"/>
            <a:ext cx="42976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潤樋科技 · runtong.tw@gmail.com</a:t>
            </a:r>
            <a:endParaRPr lang="en-US" sz="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1A1A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D:\Claude\網站資料\fde-website\downloads\pptx-temp-huapin\p03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3671302" y="0"/>
            <a:ext cx="4849091" cy="685800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274320" y="6492240"/>
            <a:ext cx="1371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3 / 26</a:t>
            </a:r>
            <a:endParaRPr lang="en-US" sz="900" dirty="0"/>
          </a:p>
        </p:txBody>
      </p:sp>
      <p:sp>
        <p:nvSpPr>
          <p:cNvPr id="4" name="Text 1"/>
          <p:cNvSpPr/>
          <p:nvPr/>
        </p:nvSpPr>
        <p:spPr>
          <a:xfrm>
            <a:off x="7619695" y="6492240"/>
            <a:ext cx="42976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潤樋科技 · runtong.tw@gmail.com</a:t>
            </a:r>
            <a:endParaRPr lang="en-US" sz="9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1A1A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D:\Claude\網站資料\fde-website\downloads\pptx-temp-huapin\p04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3671302" y="0"/>
            <a:ext cx="4849091" cy="685800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274320" y="6492240"/>
            <a:ext cx="1371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4 / 26</a:t>
            </a:r>
            <a:endParaRPr lang="en-US" sz="900" dirty="0"/>
          </a:p>
        </p:txBody>
      </p:sp>
      <p:sp>
        <p:nvSpPr>
          <p:cNvPr id="4" name="Text 1"/>
          <p:cNvSpPr/>
          <p:nvPr/>
        </p:nvSpPr>
        <p:spPr>
          <a:xfrm>
            <a:off x="7619695" y="6492240"/>
            <a:ext cx="42976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潤樋科技 · runtong.tw@gmail.com</a:t>
            </a:r>
            <a:endParaRPr lang="en-US" sz="9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1A1A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D:\Claude\網站資料\fde-website\downloads\pptx-temp-huapin\p05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3671302" y="0"/>
            <a:ext cx="4849091" cy="685800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274320" y="6492240"/>
            <a:ext cx="1371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5 / 26</a:t>
            </a:r>
            <a:endParaRPr lang="en-US" sz="900" dirty="0"/>
          </a:p>
        </p:txBody>
      </p:sp>
      <p:sp>
        <p:nvSpPr>
          <p:cNvPr id="4" name="Text 1"/>
          <p:cNvSpPr/>
          <p:nvPr/>
        </p:nvSpPr>
        <p:spPr>
          <a:xfrm>
            <a:off x="7619695" y="6492240"/>
            <a:ext cx="42976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潤樋科技 · runtong.tw@gmail.com</a:t>
            </a:r>
            <a:endParaRPr lang="en-US" sz="9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1A1A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D:\Claude\網站資料\fde-website\downloads\pptx-temp-huapin\p06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3671302" y="0"/>
            <a:ext cx="4849091" cy="685800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274320" y="6492240"/>
            <a:ext cx="1371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6 / 26</a:t>
            </a:r>
            <a:endParaRPr lang="en-US" sz="900" dirty="0"/>
          </a:p>
        </p:txBody>
      </p:sp>
      <p:sp>
        <p:nvSpPr>
          <p:cNvPr id="4" name="Text 1"/>
          <p:cNvSpPr/>
          <p:nvPr/>
        </p:nvSpPr>
        <p:spPr>
          <a:xfrm>
            <a:off x="7619695" y="6492240"/>
            <a:ext cx="42976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潤樋科技 · runtong.tw@gmail.com</a:t>
            </a:r>
            <a:endParaRPr lang="en-US" sz="9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1A1A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D:\Claude\網站資料\fde-website\downloads\pptx-temp-huapin\p07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3671302" y="0"/>
            <a:ext cx="4849091" cy="685800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274320" y="6492240"/>
            <a:ext cx="1371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7 / 26</a:t>
            </a:r>
            <a:endParaRPr lang="en-US" sz="900" dirty="0"/>
          </a:p>
        </p:txBody>
      </p:sp>
      <p:sp>
        <p:nvSpPr>
          <p:cNvPr id="4" name="Text 1"/>
          <p:cNvSpPr/>
          <p:nvPr/>
        </p:nvSpPr>
        <p:spPr>
          <a:xfrm>
            <a:off x="7619695" y="6492240"/>
            <a:ext cx="42976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潤樋科技 · runtong.tw@gmail.com</a:t>
            </a:r>
            <a:endParaRPr lang="en-US" sz="9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1A1A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D:\Claude\網站資料\fde-website\downloads\pptx-temp-huapin\p08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3671302" y="0"/>
            <a:ext cx="4849091" cy="685800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274320" y="6492240"/>
            <a:ext cx="1371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8 / 26</a:t>
            </a:r>
            <a:endParaRPr lang="en-US" sz="900" dirty="0"/>
          </a:p>
        </p:txBody>
      </p:sp>
      <p:sp>
        <p:nvSpPr>
          <p:cNvPr id="4" name="Text 1"/>
          <p:cNvSpPr/>
          <p:nvPr/>
        </p:nvSpPr>
        <p:spPr>
          <a:xfrm>
            <a:off x="7619695" y="6492240"/>
            <a:ext cx="42976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潤樋科技 · runtong.tw@gmail.com</a:t>
            </a:r>
            <a:endParaRPr lang="en-US" sz="9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1A1A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D:\Claude\網站資料\fde-website\downloads\pptx-temp-huapin\p09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3671302" y="0"/>
            <a:ext cx="4849091" cy="685800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274320" y="6492240"/>
            <a:ext cx="1371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9 / 26</a:t>
            </a:r>
            <a:endParaRPr lang="en-US" sz="900" dirty="0"/>
          </a:p>
        </p:txBody>
      </p:sp>
      <p:sp>
        <p:nvSpPr>
          <p:cNvPr id="4" name="Text 1"/>
          <p:cNvSpPr/>
          <p:nvPr/>
        </p:nvSpPr>
        <p:spPr>
          <a:xfrm>
            <a:off x="7619695" y="6492240"/>
            <a:ext cx="42976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潤樋科技 · runtong.tw@gmail.com</a:t>
            </a:r>
            <a:endParaRPr lang="en-US" sz="9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1A1A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D:\Claude\網站資料\fde-website\downloads\pptx-temp-huapin\p10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3671302" y="0"/>
            <a:ext cx="4849091" cy="685800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274320" y="6492240"/>
            <a:ext cx="1371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10 / 26</a:t>
            </a:r>
            <a:endParaRPr lang="en-US" sz="900" dirty="0"/>
          </a:p>
        </p:txBody>
      </p:sp>
      <p:sp>
        <p:nvSpPr>
          <p:cNvPr id="4" name="Text 1"/>
          <p:cNvSpPr/>
          <p:nvPr/>
        </p:nvSpPr>
        <p:spPr>
          <a:xfrm>
            <a:off x="7619695" y="6492240"/>
            <a:ext cx="42976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潤樋科技 · runtong.tw@gmail.com</a:t>
            </a:r>
            <a:endParaRPr lang="en-US" sz="9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1A1A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D:\Claude\網站資料\fde-website\downloads\pptx-temp-huapin\p11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3671302" y="0"/>
            <a:ext cx="4849091" cy="685800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274320" y="6492240"/>
            <a:ext cx="1371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11 / 26</a:t>
            </a:r>
            <a:endParaRPr lang="en-US" sz="900" dirty="0"/>
          </a:p>
        </p:txBody>
      </p:sp>
      <p:sp>
        <p:nvSpPr>
          <p:cNvPr id="4" name="Text 1"/>
          <p:cNvSpPr/>
          <p:nvPr/>
        </p:nvSpPr>
        <p:spPr>
          <a:xfrm>
            <a:off x="7619695" y="6492240"/>
            <a:ext cx="42976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潤樋科技 · runtong.tw@gmail.com</a:t>
            </a:r>
            <a:endParaRPr lang="en-US" sz="9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1A1A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D:\Claude\網站資料\fde-website\downloads\pptx-temp-huapin\p12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3671302" y="0"/>
            <a:ext cx="4849091" cy="685800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274320" y="6492240"/>
            <a:ext cx="1371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12 / 26</a:t>
            </a:r>
            <a:endParaRPr lang="en-US" sz="900" dirty="0"/>
          </a:p>
        </p:txBody>
      </p:sp>
      <p:sp>
        <p:nvSpPr>
          <p:cNvPr id="4" name="Text 1"/>
          <p:cNvSpPr/>
          <p:nvPr/>
        </p:nvSpPr>
        <p:spPr>
          <a:xfrm>
            <a:off x="7619695" y="6492240"/>
            <a:ext cx="42976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潤樋科技 · runtong.tw@gmail.com</a:t>
            </a:r>
            <a:endParaRPr lang="en-US" sz="9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1A1A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D:\Claude\網站資料\fde-website\downloads\pptx-temp-huapin\p13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3671302" y="0"/>
            <a:ext cx="4849091" cy="685800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274320" y="6492240"/>
            <a:ext cx="1371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13 / 26</a:t>
            </a:r>
            <a:endParaRPr lang="en-US" sz="900" dirty="0"/>
          </a:p>
        </p:txBody>
      </p:sp>
      <p:sp>
        <p:nvSpPr>
          <p:cNvPr id="4" name="Text 1"/>
          <p:cNvSpPr/>
          <p:nvPr/>
        </p:nvSpPr>
        <p:spPr>
          <a:xfrm>
            <a:off x="7619695" y="6492240"/>
            <a:ext cx="42976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潤樋科技 · runtong.tw@gmail.com</a:t>
            </a:r>
            <a:endParaRPr lang="en-US" sz="9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1A1A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D:\Claude\網站資料\fde-website\downloads\pptx-temp-huapin\p14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3671302" y="0"/>
            <a:ext cx="4849091" cy="685800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274320" y="6492240"/>
            <a:ext cx="1371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14 / 26</a:t>
            </a:r>
            <a:endParaRPr lang="en-US" sz="900" dirty="0"/>
          </a:p>
        </p:txBody>
      </p:sp>
      <p:sp>
        <p:nvSpPr>
          <p:cNvPr id="4" name="Text 1"/>
          <p:cNvSpPr/>
          <p:nvPr/>
        </p:nvSpPr>
        <p:spPr>
          <a:xfrm>
            <a:off x="7619695" y="6492240"/>
            <a:ext cx="42976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潤樋科技 · runtong.tw@gmail.com</a:t>
            </a:r>
            <a:endParaRPr lang="en-US" sz="9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1A1A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D:\Claude\網站資料\fde-website\downloads\pptx-temp-huapin\p15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3671302" y="0"/>
            <a:ext cx="4849091" cy="685800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274320" y="6492240"/>
            <a:ext cx="1371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15 / 26</a:t>
            </a:r>
            <a:endParaRPr lang="en-US" sz="900" dirty="0"/>
          </a:p>
        </p:txBody>
      </p:sp>
      <p:sp>
        <p:nvSpPr>
          <p:cNvPr id="4" name="Text 1"/>
          <p:cNvSpPr/>
          <p:nvPr/>
        </p:nvSpPr>
        <p:spPr>
          <a:xfrm>
            <a:off x="7619695" y="6492240"/>
            <a:ext cx="42976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潤樋科技 · runtong.tw@gmail.com</a:t>
            </a:r>
            <a:endParaRPr lang="en-US" sz="9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1A1A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D:\Claude\網站資料\fde-website\downloads\pptx-temp-huapin\p16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3671302" y="0"/>
            <a:ext cx="4849091" cy="685800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274320" y="6492240"/>
            <a:ext cx="1371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16 / 26</a:t>
            </a:r>
            <a:endParaRPr lang="en-US" sz="900" dirty="0"/>
          </a:p>
        </p:txBody>
      </p:sp>
      <p:sp>
        <p:nvSpPr>
          <p:cNvPr id="4" name="Text 1"/>
          <p:cNvSpPr/>
          <p:nvPr/>
        </p:nvSpPr>
        <p:spPr>
          <a:xfrm>
            <a:off x="7619695" y="6492240"/>
            <a:ext cx="42976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潤樋科技 · runtong.tw@gmail.com</a:t>
            </a:r>
            <a:endParaRPr lang="en-US" sz="9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1A1A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D:\Claude\網站資料\fde-website\downloads\pptx-temp-huapin\p17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3671302" y="0"/>
            <a:ext cx="4849091" cy="685800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274320" y="6492240"/>
            <a:ext cx="1371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17 / 26</a:t>
            </a:r>
            <a:endParaRPr lang="en-US" sz="900" dirty="0"/>
          </a:p>
        </p:txBody>
      </p:sp>
      <p:sp>
        <p:nvSpPr>
          <p:cNvPr id="4" name="Text 1"/>
          <p:cNvSpPr/>
          <p:nvPr/>
        </p:nvSpPr>
        <p:spPr>
          <a:xfrm>
            <a:off x="7619695" y="6492240"/>
            <a:ext cx="42976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潤樋科技 · runtong.tw@gmail.com</a:t>
            </a:r>
            <a:endParaRPr lang="en-US" sz="9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1A1A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D:\Claude\網站資料\fde-website\downloads\pptx-temp-huapin\p18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3671302" y="0"/>
            <a:ext cx="4849091" cy="685800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274320" y="6492240"/>
            <a:ext cx="1371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18 / 26</a:t>
            </a:r>
            <a:endParaRPr lang="en-US" sz="900" dirty="0"/>
          </a:p>
        </p:txBody>
      </p:sp>
      <p:sp>
        <p:nvSpPr>
          <p:cNvPr id="4" name="Text 1"/>
          <p:cNvSpPr/>
          <p:nvPr/>
        </p:nvSpPr>
        <p:spPr>
          <a:xfrm>
            <a:off x="7619695" y="6492240"/>
            <a:ext cx="42976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潤樋科技 · runtong.tw@gmail.com</a:t>
            </a:r>
            <a:endParaRPr lang="en-US" sz="9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1A1A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D:\Claude\網站資料\fde-website\downloads\pptx-temp-huapin\p19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3671302" y="0"/>
            <a:ext cx="4849091" cy="685800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274320" y="6492240"/>
            <a:ext cx="1371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19 / 26</a:t>
            </a:r>
            <a:endParaRPr lang="en-US" sz="900" dirty="0"/>
          </a:p>
        </p:txBody>
      </p:sp>
      <p:sp>
        <p:nvSpPr>
          <p:cNvPr id="4" name="Text 1"/>
          <p:cNvSpPr/>
          <p:nvPr/>
        </p:nvSpPr>
        <p:spPr>
          <a:xfrm>
            <a:off x="7619695" y="6492240"/>
            <a:ext cx="42976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潤樋科技 · runtong.tw@gmail.com</a:t>
            </a:r>
            <a:endParaRPr lang="en-US" sz="9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1A1A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D:\Claude\網站資料\fde-website\downloads\pptx-temp-huapin\p20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3671302" y="0"/>
            <a:ext cx="4849091" cy="685800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274320" y="6492240"/>
            <a:ext cx="1371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20 / 26</a:t>
            </a:r>
            <a:endParaRPr lang="en-US" sz="900" dirty="0"/>
          </a:p>
        </p:txBody>
      </p:sp>
      <p:sp>
        <p:nvSpPr>
          <p:cNvPr id="4" name="Text 1"/>
          <p:cNvSpPr/>
          <p:nvPr/>
        </p:nvSpPr>
        <p:spPr>
          <a:xfrm>
            <a:off x="7619695" y="6492240"/>
            <a:ext cx="42976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潤樋科技 · runtong.tw@gmail.com</a:t>
            </a:r>
            <a:endParaRPr lang="en-US" sz="90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1A1A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D:\Claude\網站資料\fde-website\downloads\pptx-temp-huapin\p21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3671302" y="0"/>
            <a:ext cx="4849091" cy="685800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274320" y="6492240"/>
            <a:ext cx="1371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21 / 26</a:t>
            </a:r>
            <a:endParaRPr lang="en-US" sz="900" dirty="0"/>
          </a:p>
        </p:txBody>
      </p:sp>
      <p:sp>
        <p:nvSpPr>
          <p:cNvPr id="4" name="Text 1"/>
          <p:cNvSpPr/>
          <p:nvPr/>
        </p:nvSpPr>
        <p:spPr>
          <a:xfrm>
            <a:off x="7619695" y="6492240"/>
            <a:ext cx="42976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潤樋科技 · runtong.tw@gmail.com</a:t>
            </a:r>
            <a:endParaRPr lang="en-US" sz="90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1A1A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D:\Claude\網站資料\fde-website\downloads\pptx-temp-huapin\p22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3671302" y="0"/>
            <a:ext cx="4849091" cy="685800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274320" y="6492240"/>
            <a:ext cx="1371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22 / 26</a:t>
            </a:r>
            <a:endParaRPr lang="en-US" sz="900" dirty="0"/>
          </a:p>
        </p:txBody>
      </p:sp>
      <p:sp>
        <p:nvSpPr>
          <p:cNvPr id="4" name="Text 1"/>
          <p:cNvSpPr/>
          <p:nvPr/>
        </p:nvSpPr>
        <p:spPr>
          <a:xfrm>
            <a:off x="7619695" y="6492240"/>
            <a:ext cx="42976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潤樋科技 · runtong.tw@gmail.com</a:t>
            </a:r>
            <a:endParaRPr lang="en-US" sz="90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1A1A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D:\Claude\網站資料\fde-website\downloads\pptx-temp-huapin\p23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3671302" y="0"/>
            <a:ext cx="4849091" cy="685800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274320" y="6492240"/>
            <a:ext cx="1371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23 / 26</a:t>
            </a:r>
            <a:endParaRPr lang="en-US" sz="900" dirty="0"/>
          </a:p>
        </p:txBody>
      </p:sp>
      <p:sp>
        <p:nvSpPr>
          <p:cNvPr id="4" name="Text 1"/>
          <p:cNvSpPr/>
          <p:nvPr/>
        </p:nvSpPr>
        <p:spPr>
          <a:xfrm>
            <a:off x="7619695" y="6492240"/>
            <a:ext cx="42976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潤樋科技 · runtong.tw@gmail.com</a:t>
            </a:r>
            <a:endParaRPr lang="en-US" sz="90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1A1A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D:\Claude\網站資料\fde-website\downloads\pptx-temp-huapin\p24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3671302" y="0"/>
            <a:ext cx="4849091" cy="685800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274320" y="6492240"/>
            <a:ext cx="1371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24 / 26</a:t>
            </a:r>
            <a:endParaRPr lang="en-US" sz="900" dirty="0"/>
          </a:p>
        </p:txBody>
      </p:sp>
      <p:sp>
        <p:nvSpPr>
          <p:cNvPr id="4" name="Text 1"/>
          <p:cNvSpPr/>
          <p:nvPr/>
        </p:nvSpPr>
        <p:spPr>
          <a:xfrm>
            <a:off x="7619695" y="6492240"/>
            <a:ext cx="42976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潤樋科技 · runtong.tw@gmail.com</a:t>
            </a:r>
            <a:endParaRPr lang="en-US" sz="900" dirty="0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1A1A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D:\Claude\網站資料\fde-website\downloads\pptx-temp-huapin\p25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3671302" y="0"/>
            <a:ext cx="4849091" cy="685800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274320" y="6492240"/>
            <a:ext cx="1371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25 / 26</a:t>
            </a:r>
            <a:endParaRPr lang="en-US" sz="900" dirty="0"/>
          </a:p>
        </p:txBody>
      </p:sp>
      <p:sp>
        <p:nvSpPr>
          <p:cNvPr id="4" name="Text 1"/>
          <p:cNvSpPr/>
          <p:nvPr/>
        </p:nvSpPr>
        <p:spPr>
          <a:xfrm>
            <a:off x="7619695" y="6492240"/>
            <a:ext cx="42976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潤樋科技 · runtong.tw@gmail.com</a:t>
            </a:r>
            <a:endParaRPr lang="en-US" sz="900" dirty="0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solidFill>
          <a:srgbClr val="1A1A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D:\Claude\網站資料\fde-website\downloads\pptx-temp-huapin\p26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3671302" y="0"/>
            <a:ext cx="4849091" cy="685800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274320" y="6492240"/>
            <a:ext cx="1371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26 / 26</a:t>
            </a:r>
            <a:endParaRPr lang="en-US" sz="900" dirty="0"/>
          </a:p>
        </p:txBody>
      </p:sp>
      <p:sp>
        <p:nvSpPr>
          <p:cNvPr id="4" name="Text 1"/>
          <p:cNvSpPr/>
          <p:nvPr/>
        </p:nvSpPr>
        <p:spPr>
          <a:xfrm>
            <a:off x="7619695" y="6492240"/>
            <a:ext cx="42976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潤樋科技 · runtong.tw@gmail.com</a:t>
            </a:r>
            <a:endParaRPr lang="en-US" sz="9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26</Slides>
  <Notes>26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26</vt:i4>
      </vt:variant>
    </vt:vector>
  </HeadingPairs>
  <TitlesOfParts>
    <vt:vector size="29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環保清運公司案例 — 潤樋科技 FDE</dc:title>
  <dc:subject>PptxGenJS Presentation</dc:subject>
  <dc:creator>潤樋科技</dc:creator>
  <cp:lastModifiedBy>潤樋科技</cp:lastModifiedBy>
  <cp:revision>1</cp:revision>
  <dcterms:created xsi:type="dcterms:W3CDTF">2026-06-08T13:48:21Z</dcterms:created>
  <dcterms:modified xsi:type="dcterms:W3CDTF">2026-06-08T13:48:21Z</dcterms:modified>
</cp:coreProperties>
</file>