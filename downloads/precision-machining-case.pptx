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71302" cy="685800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20393" y="0"/>
            <a:ext cx="3671302" cy="685800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4" name="Image 0" descr="D:\Claude\網站資料\fde-website\downloads\pptx-temp\page-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71302" y="0"/>
            <a:ext cx="4849091" cy="6858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6492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 / 25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7619695" y="649224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潤樋科技 RunTong Tech · runtong.tw@gmail.com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71302" cy="685800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20393" y="0"/>
            <a:ext cx="3671302" cy="685800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4" name="Image 0" descr="D:\Claude\網站資料\fde-website\downloads\pptx-temp\page-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71302" y="0"/>
            <a:ext cx="4849091" cy="6858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6492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 / 25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7619695" y="649224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潤樋科技 RunTong Tech · runtong.tw@gmail.com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71302" cy="685800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20393" y="0"/>
            <a:ext cx="3671302" cy="685800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4" name="Image 0" descr="D:\Claude\網站資料\fde-website\downloads\pptx-temp\page-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71302" y="0"/>
            <a:ext cx="4849091" cy="6858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6492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3 / 25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7619695" y="649224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潤樋科技 RunTong Tech · runtong.tw@gmail.com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71302" cy="685800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20393" y="0"/>
            <a:ext cx="3671302" cy="685800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4" name="Image 0" descr="D:\Claude\網站資料\fde-website\downloads\pptx-temp\page-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71302" y="0"/>
            <a:ext cx="4849091" cy="6858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6492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4 / 25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7619695" y="649224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潤樋科技 RunTong Tech · runtong.tw@gmail.com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71302" cy="685800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20393" y="0"/>
            <a:ext cx="3671302" cy="685800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4" name="Image 0" descr="D:\Claude\網站資料\fde-website\downloads\pptx-temp\page-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71302" y="0"/>
            <a:ext cx="4849091" cy="6858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6492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5 / 25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7619695" y="649224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潤樋科技 RunTong Tech · runtong.tw@gmail.com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71302" cy="685800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20393" y="0"/>
            <a:ext cx="3671302" cy="685800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4" name="Image 0" descr="D:\Claude\網站資料\fde-website\downloads\pptx-temp\page-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71302" y="0"/>
            <a:ext cx="4849091" cy="6858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6492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6 / 25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7619695" y="649224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潤樋科技 RunTong Tech · runtong.tw@gmail.com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71302" cy="685800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20393" y="0"/>
            <a:ext cx="3671302" cy="685800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4" name="Image 0" descr="D:\Claude\網站資料\fde-website\downloads\pptx-temp\page-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71302" y="0"/>
            <a:ext cx="4849091" cy="6858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6492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7 / 25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7619695" y="649224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潤樋科技 RunTong Tech · runtong.tw@gmail.com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71302" cy="685800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20393" y="0"/>
            <a:ext cx="3671302" cy="685800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4" name="Image 0" descr="D:\Claude\網站資料\fde-website\downloads\pptx-temp\page-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71302" y="0"/>
            <a:ext cx="4849091" cy="6858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6492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8 / 25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7619695" y="649224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潤樋科技 RunTong Tech · runtong.tw@gmail.com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71302" cy="685800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20393" y="0"/>
            <a:ext cx="3671302" cy="685800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4" name="Image 0" descr="D:\Claude\網站資料\fde-website\downloads\pptx-temp\page-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71302" y="0"/>
            <a:ext cx="4849091" cy="6858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6492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9 / 25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7619695" y="649224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潤樋科技 RunTong Tech · runtong.tw@gmail.com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71302" cy="685800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20393" y="0"/>
            <a:ext cx="3671302" cy="685800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4" name="Image 0" descr="D:\Claude\網站資料\fde-website\downloads\pptx-temp\page-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71302" y="0"/>
            <a:ext cx="4849091" cy="6858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6492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10 / 25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7619695" y="649224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潤樋科技 RunTong Tech · runtong.tw@gmail.com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71302" cy="685800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20393" y="0"/>
            <a:ext cx="3671302" cy="685800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4" name="Image 0" descr="D:\Claude\網站資料\fde-website\downloads\pptx-temp\page-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71302" y="0"/>
            <a:ext cx="4849091" cy="6858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6492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11 / 25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7619695" y="649224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潤樋科技 RunTong Tech · runtong.tw@gmail.com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71302" cy="685800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20393" y="0"/>
            <a:ext cx="3671302" cy="685800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4" name="Image 0" descr="D:\Claude\網站資料\fde-website\downloads\pptx-temp\page-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71302" y="0"/>
            <a:ext cx="4849091" cy="6858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6492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12 / 25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7619695" y="649224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潤樋科技 RunTong Tech · runtong.tw@gmail.com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71302" cy="685800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20393" y="0"/>
            <a:ext cx="3671302" cy="685800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4" name="Image 0" descr="D:\Claude\網站資料\fde-website\downloads\pptx-temp\page-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71302" y="0"/>
            <a:ext cx="4849091" cy="6858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6492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13 / 25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7619695" y="649224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潤樋科技 RunTong Tech · runtong.tw@gmail.com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71302" cy="685800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20393" y="0"/>
            <a:ext cx="3671302" cy="685800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4" name="Image 0" descr="D:\Claude\網站資料\fde-website\downloads\pptx-temp\page-1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71302" y="0"/>
            <a:ext cx="4849091" cy="6858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6492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14 / 25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7619695" y="649224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潤樋科技 RunTong Tech · runtong.tw@gmail.com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71302" cy="685800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20393" y="0"/>
            <a:ext cx="3671302" cy="685800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4" name="Image 0" descr="D:\Claude\網站資料\fde-website\downloads\pptx-temp\page-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71302" y="0"/>
            <a:ext cx="4849091" cy="6858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6492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15 / 25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7619695" y="649224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潤樋科技 RunTong Tech · runtong.tw@gmail.com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71302" cy="685800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20393" y="0"/>
            <a:ext cx="3671302" cy="685800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4" name="Image 0" descr="D:\Claude\網站資料\fde-website\downloads\pptx-temp\page-1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71302" y="0"/>
            <a:ext cx="4849091" cy="6858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6492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16 / 25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7619695" y="649224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潤樋科技 RunTong Tech · runtong.tw@gmail.com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71302" cy="685800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20393" y="0"/>
            <a:ext cx="3671302" cy="685800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4" name="Image 0" descr="D:\Claude\網站資料\fde-website\downloads\pptx-temp\page-1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71302" y="0"/>
            <a:ext cx="4849091" cy="6858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6492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17 / 25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7619695" y="649224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潤樋科技 RunTong Tech · runtong.tw@gmail.com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71302" cy="685800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20393" y="0"/>
            <a:ext cx="3671302" cy="685800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4" name="Image 0" descr="D:\Claude\網站資料\fde-website\downloads\pptx-temp\page-1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71302" y="0"/>
            <a:ext cx="4849091" cy="6858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6492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18 / 25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7619695" y="649224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潤樋科技 RunTong Tech · runtong.tw@gmail.com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71302" cy="685800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20393" y="0"/>
            <a:ext cx="3671302" cy="685800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4" name="Image 0" descr="D:\Claude\網站資料\fde-website\downloads\pptx-temp\page-1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71302" y="0"/>
            <a:ext cx="4849091" cy="6858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6492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19 / 25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7619695" y="649224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潤樋科技 RunTong Tech · runtong.tw@gmail.com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71302" cy="685800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20393" y="0"/>
            <a:ext cx="3671302" cy="685800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4" name="Image 0" descr="D:\Claude\網站資料\fde-website\downloads\pptx-temp\page-2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71302" y="0"/>
            <a:ext cx="4849091" cy="6858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6492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20 / 25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7619695" y="649224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潤樋科技 RunTong Tech · runtong.tw@gmail.com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71302" cy="685800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20393" y="0"/>
            <a:ext cx="3671302" cy="685800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4" name="Image 0" descr="D:\Claude\網站資料\fde-website\downloads\pptx-temp\page-2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71302" y="0"/>
            <a:ext cx="4849091" cy="6858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6492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21 / 25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7619695" y="649224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潤樋科技 RunTong Tech · runtong.tw@gmail.com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71302" cy="685800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20393" y="0"/>
            <a:ext cx="3671302" cy="685800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4" name="Image 0" descr="D:\Claude\網站資料\fde-website\downloads\pptx-temp\page-2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71302" y="0"/>
            <a:ext cx="4849091" cy="6858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6492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22 / 25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7619695" y="649224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潤樋科技 RunTong Tech · runtong.tw@gmail.com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71302" cy="685800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20393" y="0"/>
            <a:ext cx="3671302" cy="685800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4" name="Image 0" descr="D:\Claude\網站資料\fde-website\downloads\pptx-temp\page-2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71302" y="0"/>
            <a:ext cx="4849091" cy="6858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6492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23 / 25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7619695" y="649224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潤樋科技 RunTong Tech · runtong.tw@gmail.com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71302" cy="685800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20393" y="0"/>
            <a:ext cx="3671302" cy="685800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4" name="Image 0" descr="D:\Claude\網站資料\fde-website\downloads\pptx-temp\page-2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71302" y="0"/>
            <a:ext cx="4849091" cy="6858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6492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24 / 25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7619695" y="649224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潤樋科技 RunTong Tech · runtong.tw@gmail.com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71302" cy="685800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20393" y="0"/>
            <a:ext cx="3671302" cy="685800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4" name="Image 0" descr="D:\Claude\網站資料\fde-website\downloads\pptx-temp\page-2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71302" y="0"/>
            <a:ext cx="4849091" cy="6858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6492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25 / 25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7619695" y="649224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潤樋科技 RunTong Tech · runtong.tw@gmail.com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潤樋科技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精密金屬加工廠案例 — 潤樋科技 FDE</dc:title>
  <dc:subject>FDE 自動化流程優化服務</dc:subject>
  <dc:creator>潤樋科技 RunTong Tech</dc:creator>
  <cp:lastModifiedBy>潤樋科技 RunTong Tech</cp:lastModifiedBy>
  <cp:revision>1</cp:revision>
  <dcterms:created xsi:type="dcterms:W3CDTF">2026-06-08T06:56:26Z</dcterms:created>
  <dcterms:modified xsi:type="dcterms:W3CDTF">2026-06-08T06:56:26Z</dcterms:modified>
</cp:coreProperties>
</file>