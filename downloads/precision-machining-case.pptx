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0393" y="0"/>
            <a:ext cx="3671302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D:\Claude\網站資料\fde-website\downloads\pptx-temp\pag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25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RunTong Tech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潤樋科技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精密金屬加工廠案例 — 潤樋科技 FDE</dc:title>
  <dc:subject>FDE 自動化流程優化服務</dc:subject>
  <dc:creator>潤樋科技 RunTong Tech</dc:creator>
  <cp:lastModifiedBy>潤樋科技 RunTong Tech</cp:lastModifiedBy>
  <cp:revision>1</cp:revision>
  <dcterms:created xsi:type="dcterms:W3CDTF">2026-06-01T13:03:35Z</dcterms:created>
  <dcterms:modified xsi:type="dcterms:W3CDTF">2026-06-01T13:03:35Z</dcterms:modified>
</cp:coreProperties>
</file>